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🧾 DIGITIZER</a:t>
            </a:r>
          </a:p>
          <a:p>
            <a:pPr>
              <a:spcBef>
                <a:spcPts val="1000"/>
              </a:spcBef>
              <a:defRPr sz="2000">
                <a:solidFill>
                  <a:srgbClr val="06B6D4"/>
                </a:solidFill>
              </a:defRPr>
            </a:pPr>
            <a:r>
              <a:t>Next-Generation AI Receipt OCR, Live Math Verification &amp; Intelligent Expense Analytics Hub</a:t>
            </a:r>
          </a:p>
          <a:p>
            <a:pPr>
              <a:spcBef>
                <a:spcPts val="1500"/>
              </a:spcBef>
              <a:defRPr sz="1300">
                <a:solidFill>
                  <a:srgbClr val="94A3B8"/>
                </a:solidFill>
              </a:defRPr>
            </a:pPr>
            <a:r>
              <a:t>⚡ Multi-Provider Vision AI   |   🌐 Offline Tesseract.js WASM   |   🧠 Vendor Memory Store   |   🧮 1-Click Math Sync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291840"/>
            <a:ext cx="10728655" cy="292608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🖼️ [ IMAGE PLACEHOLDER ]</a:t>
            </a:r>
          </a:p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Digitizer App Scanner Hero Banner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Place high-res screenshot or diagram of Digitizer scanning a paper receipt into structured digital analytics cards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The Pain of Manual Expense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Small business owners and freelancers waste hundreds of hours keying paper bills.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⏳ Time Loss &amp; Friction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Filing paper bills, thermal receipts, and handwritten store notes into spreadsheets consumes 5–10 hours every week that could be spent growing business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47472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⚠️ Human Discrepancies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Manual entry errors, line-item pricing mistakes, and unverified tax subtotals distort monthly accounting and complicate quarterly tax filings.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8B5CF6"/>
                </a:solidFill>
              </a:defRPr>
            </a:pPr>
            <a:r>
              <a:t>🚫 Cloud Key Single Point of Failure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Traditional OCR services break completely during internet drops or when external cloud API quotas run out, locking users out of receipt entry.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Introducing Digitizer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An end-to-end receipt digitizer merging cloud Vision AI with zero-dependency offline fallback.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🤖 Dual-Engine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Combines Codex AI / GPT-4o / Claude 3.5 Sonnet for handwriting with local Tesseract.js WASM for instant offline scanning.</a:t>
            </a:r>
          </a:p>
          <a:p>
            <a:pPr>
              <a:spcBef>
                <a:spcPts val="1600"/>
              </a:spcBef>
              <a:defRPr sz="1600" b="1">
                <a:solidFill>
                  <a:srgbClr val="10B981"/>
                </a:solidFill>
              </a:defRPr>
            </a:pPr>
            <a:r>
              <a:t>🎯 Confidence Scoring &amp; Review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Evaluates vendor, date, total, and category certainty (0.0–1.0). Amber badges flag unverified fields for 1-click review.</a:t>
            </a:r>
          </a:p>
          <a:p>
            <a:pPr>
              <a:spcBef>
                <a:spcPts val="1600"/>
              </a:spcBef>
              <a:defRPr sz="1600" b="1">
                <a:solidFill>
                  <a:srgbClr val="8B5CF6"/>
                </a:solidFill>
              </a:defRPr>
            </a:pPr>
            <a:r>
              <a:t>🧮 Live Math &amp; Item Summation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Dynamically sums line items, compares against total amount, and provides a 1-Click Sync button to eliminate discrepancies.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920240"/>
            <a:ext cx="5212080" cy="429768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🖼️ [ IMAGE PLACEHOLDER ]</a:t>
            </a:r>
          </a:p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Digitizer App Dashboard Mockup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Place screenshot of the main Digitizer interface showing uploaded receipt preview, extracted details, math check badge, and spend pie chart.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PRODUCT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Core Feature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Engineered for speed, mathematical precision, and automated financial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85232" cy="2057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🧠 Vendor Memory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Auto-learns repeat suppliers, pre-fills categories, and warns if bill exceeds 2x historical average.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20240"/>
            <a:ext cx="5285232" cy="2057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💡 Root-Cause Insights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AI &amp; heuristic engine detects spend spikes, supplier frequency, and day-of-week cost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5285232" cy="2057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📂 14 Expense Categories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Taxonomy spanning Meals, Inventory, Transport, Utilities, Rent, Taxes, and Software.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60520"/>
            <a:ext cx="5285232" cy="20574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📄 Printable PDF &amp; CSV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Formatted PDF tax summary reports and CSV exports compatible with QuickBooks, Tally, and Excel.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DEEP-DIVE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Multi-Provider Vision AI &amp; Offline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Unmatched extraction reliability across handwriting, crumpled bills, and thermal printouts.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🖼️ [ IMAGE PLACEHOLDER ]</a:t>
            </a:r>
          </a:p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Multi-Provider AI &amp; Offline Flowchart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Place system architecture diagram showing receipt image feeding into Vision AI cloud endpoints alongside Tesseract.js local WASM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920240"/>
            <a:ext cx="521208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Cloud Vision AI Models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Integrates Codex AI Vision (recommended for messy handwriting), GPT-4o, and Claude 3.5 Sonnet for structural table parsing.</a:t>
            </a:r>
          </a:p>
          <a:p>
            <a:pPr>
              <a:spcBef>
                <a:spcPts val="1400"/>
              </a:spcBef>
              <a:defRPr sz="1600" b="1">
                <a:solidFill>
                  <a:srgbClr val="10B981"/>
                </a:solidFill>
              </a:defRPr>
            </a:pPr>
            <a:r>
              <a:t>In-Browser WASM Fallback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Client-side Tesseract.js engine compiles in-browser to provide immediate OCR capabilities even with zero API keys or offline.</a:t>
            </a:r>
          </a:p>
          <a:p>
            <a:pPr>
              <a:spcBef>
                <a:spcPts val="1400"/>
              </a:spcBef>
              <a:defRPr sz="1600" b="1">
                <a:solidFill>
                  <a:srgbClr val="F59E0B"/>
                </a:solidFill>
              </a:defRPr>
            </a:pPr>
            <a:r>
              <a:t>Field Confidence Scoring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Evaluates certainty (0.0 to 1.0) per field. Prominent amber review badges highlight unverified data for human 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DEEP-DIVE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Confidence Scoring &amp; Live Math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Zero tolerance for accounting discrepancy with automated subtotal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Field Confidence Rating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Assigns 0.0-1.0 confidence score to vendor, date, items, and total. Scores &lt; 0.6 trigger review alerts.</a:t>
            </a:r>
          </a:p>
          <a:p>
            <a:pPr>
              <a:spcBef>
                <a:spcPts val="1400"/>
              </a:spcBef>
              <a:defRPr sz="1600" b="1">
                <a:solidFill>
                  <a:srgbClr val="10B981"/>
                </a:solidFill>
              </a:defRPr>
            </a:pPr>
            <a:r>
              <a:t>Dynamic Line-Item Summation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Calculates subtotal dynamically: ∑ (Quantity × Unit Price) and compares against OCR Total Amount.</a:t>
            </a:r>
          </a:p>
          <a:p>
            <a:pPr>
              <a:spcBef>
                <a:spcPts val="1400"/>
              </a:spcBef>
              <a:defRPr sz="1600" b="1">
                <a:solidFill>
                  <a:srgbClr val="06B6D4"/>
                </a:solidFill>
              </a:defRPr>
            </a:pPr>
            <a:r>
              <a:t>1-Click Total Sync Button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Instantly resolves subtotal discrepancies by updating Total Amount to match line-item summation in 1 click.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920240"/>
            <a:ext cx="5212080" cy="4297680"/>
          </a:xfrm>
          <a:prstGeom prst="roundRect">
            <a:avLst/>
          </a:prstGeom>
          <a:solidFill>
            <a:srgbClr val="0E1E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✓ LIVE MATH SYNC ACTIVE</a:t>
            </a:r>
          </a:p>
          <a:p>
            <a:br/>
            <a:pPr>
              <a:defRPr sz="1400">
                <a:solidFill>
                  <a:srgbClr val="F8FAFC"/>
                </a:solidFill>
                <a:latin typeface="Consolas"/>
              </a:defRPr>
            </a:pPr>
            <a:r>
              <a:t>Item 1: 2x Inventory Stock @ $15.00  = $30.00</a:t>
            </a:r>
            <a:br/>
            <a:r>
              <a:t>Item 2: 1x Delivery Fee    @ $20.00  = $20.00</a:t>
            </a:r>
            <a:br/>
            <a:r>
              <a:t>-----------------------------------------------</a:t>
            </a:r>
            <a:br/>
            <a:r>
              <a:t>Calculated Item Sum:   $50.00</a:t>
            </a:r>
            <a:br/>
            <a:r>
              <a:t>Scanned Receipt Total: $50.00 [MATCHED ✓]</a:t>
            </a:r>
            <a:br/>
            <a:br/>
            <a:r>
              <a:t>Status: 100% Human Verified &amp; Validated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DEEP-DIVE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Vendor Memory &amp;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Self-learning database building historical profiles for repeat suppliers.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🔍 Fuzzy Vendor Matching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Recognizes variations of supplier names (e.g. 'Sharma Kirana' vs 'Sharma Kirana Store') automatically using Levenshtein fuzzy distance.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47472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🏷️ Auto Category Pre-Fill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Recalls historical expense categories for recognized vendors, cutting receipt categorization time down to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920240"/>
            <a:ext cx="347472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🚨 High-Amount Anomaly Alert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Flags suspicious spending spikes exceeding 200% of historical average for that vendor to prevent accidental duplicate billing.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DEEP-DIVE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Analytics, Budgeting &amp; Insights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Transform raw receipts into actionable financial intelligence and spend controls.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🖼️ [ IMAGE PLACEHOLDER ]</a:t>
            </a:r>
          </a:p>
          <a:p>
            <a:pPr algn="ctr">
              <a:defRPr sz="1600" b="1">
                <a:solidFill>
                  <a:srgbClr val="F8FAFC"/>
                </a:solidFill>
                <a:latin typeface="Calibri"/>
              </a:defRPr>
            </a:pPr>
            <a:r>
              <a:t>Analytics Dashboard &amp; Budget Meter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t>Place screenshot of spending analytics charts, category breakdown pie chart, monthly target budget progress bar, and AI insight cards.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920240"/>
            <a:ext cx="521208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Monthly Budget Tracker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Set spending limits with visual progress meters and automatic 80% threshold alert warnings.</a:t>
            </a:r>
          </a:p>
          <a:p>
            <a:pPr>
              <a:spcBef>
                <a:spcPts val="1400"/>
              </a:spcBef>
              <a:defRPr sz="1600" b="1">
                <a:solidFill>
                  <a:srgbClr val="10B981"/>
                </a:solidFill>
              </a:defRPr>
            </a:pPr>
            <a:r>
              <a:t>Root-Cause Heuristic Engine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Identifies non-obvious spend spikes, weekday vs weekend cost drivers, and vendor concentration ratios.</a:t>
            </a:r>
          </a:p>
          <a:p>
            <a:pPr>
              <a:spcBef>
                <a:spcPts val="1400"/>
              </a:spcBef>
              <a:defRPr sz="1600" b="1">
                <a:solidFill>
                  <a:srgbClr val="8B5CF6"/>
                </a:solidFill>
              </a:defRPr>
            </a:pPr>
            <a:r>
              <a:t>Top Vendor Leaderboard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Ranks suppliers by total expenditure, visit count, and average bill size over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DEEP-DIVE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Tax-Ready Reports &amp; Multi-Currency Export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Seamless handoff to accountants, bookkeepers, and tax authorities.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💱 Multi-Currency Detection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Auto-extracts $ USD, € EUR, £ GBP, and ₹ INR currency symbols directly from scanned receipt bills.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47472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📊 1-Click CSV Export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Exports structured expense records containing confidence ratings, categories, and line items directly to CSV.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920240"/>
            <a:ext cx="347472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🖨️ Printable PDF Tax Report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Generates formatted printable tax summary reports complete with summary totals, headers, and filter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Built with Next-Gen Web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High-performance, type-safe Next.js 16 setup with Turbopack acceleration.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242255"/>
              </a:tblGrid>
              <a:tr h="7162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Component Layer</a:t>
                      </a:r>
                    </a:p>
                  </a:txBody>
                  <a:tcPr>
                    <a:solidFill>
                      <a:srgbClr val="19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Technology Used</a:t>
                      </a:r>
                    </a:p>
                  </a:txBody>
                  <a:tcPr>
                    <a:solidFill>
                      <a:srgbClr val="19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Role &amp; Purpose</a:t>
                      </a:r>
                    </a:p>
                  </a:txBody>
                  <a:tcPr>
                    <a:solidFill>
                      <a:srgbClr val="19243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Frontend Framework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Next.js 16 (App Router) + React 19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Turbopack-accelerated reactive SSR &amp; client views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Language &amp; Typing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TypeScript 5.x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Strict type contracts for receipts, items &amp; confidence scores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Styling System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Modern dark/light glassmorphic utility design system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Vision &amp; Offline OCR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Codex Vision / GPT-4o + Tesseract.js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AI cloud vision &amp; client-side in-browser WASM fallback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Storage Layer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Local JSON Store + REST API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Persistent store in /data/vendor-memory.json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BUILD 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Hackathon Playbook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Accelerated end-to-end design, building, and debugging using Codex AI tooling.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516575"/>
              </a:tblGrid>
              <a:tr h="7162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Build Stage</a:t>
                      </a:r>
                    </a:p>
                  </a:txBody>
                  <a:tcPr>
                    <a:solidFill>
                      <a:srgbClr val="19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Tool / Service Used</a:t>
                      </a:r>
                    </a:p>
                  </a:txBody>
                  <a:tcPr>
                    <a:solidFill>
                      <a:srgbClr val="1924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6B6D4"/>
                          </a:solidFill>
                        </a:defRPr>
                      </a:pPr>
                      <a:r>
                        <a:t>Execution Summary</a:t>
                      </a:r>
                    </a:p>
                  </a:txBody>
                  <a:tcPr>
                    <a:solidFill>
                      <a:srgbClr val="19243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Idea &amp; Architecture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Codex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Scope definition, confidence rating model &amp; fallback logic.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UI &amp; System Design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Codex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Crafted HSL dark mode, glass cards &amp; math sync warning badges.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Code Generation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Codex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Built ReceiptUploader, ExpenseDetailsForm &amp; AnalyticsPanel components.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Vision OCR Prompts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Codex Vision AI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Prompt engineering for structural JSON receipt itemization.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Offline Capabilities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Tesseract.js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Integrated in-browser WASM client-side OCR engine.</a:t>
                      </a:r>
                    </a:p>
                  </a:txBody>
                  <a:tcPr>
                    <a:solidFill>
                      <a:srgbClr val="1219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ROADMAP &amp;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alibri"/>
              </a:defRPr>
            </a:pPr>
            <a:r>
              <a:t>Future Horizons &amp;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Expanding Digitizer into a complete automated financial intelligence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🏦 Bank Reconciliation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Auto-matching scanned receipts against live bank transactions via Open Banking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47472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👥 Multi-User Approvals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Role-based approval workflows for team reimbursement and manager approvals.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920240"/>
            <a:ext cx="3474720" cy="429768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8B5CF6"/>
                </a:solidFill>
              </a:defRPr>
            </a:pPr>
            <a:r>
              <a:t>📱 Mobile Camera PWA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Dedicated mobile progressive web app with edge-detection scanning and camera capture.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